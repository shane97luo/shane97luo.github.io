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9A271-B3B9-4EEF-97E2-2FEE5B169E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C9536-F857-46BF-ADB2-4E61FCB431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声调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C9536-F857-46BF-ADB2-4E61FCB431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E11B0-FDA7-4D7A-A652-F4E04E1BC2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A75C-81EB-4F9C-B0BC-614CE7A1AC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E11B0-FDA7-4D7A-A652-F4E04E1BC2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A75C-81EB-4F9C-B0BC-614CE7A1AC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E11B0-FDA7-4D7A-A652-F4E04E1BC2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A75C-81EB-4F9C-B0BC-614CE7A1AC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E11B0-FDA7-4D7A-A652-F4E04E1BC2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A75C-81EB-4F9C-B0BC-614CE7A1AC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E11B0-FDA7-4D7A-A652-F4E04E1BC2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A75C-81EB-4F9C-B0BC-614CE7A1AC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E11B0-FDA7-4D7A-A652-F4E04E1BC2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A75C-81EB-4F9C-B0BC-614CE7A1AC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E11B0-FDA7-4D7A-A652-F4E04E1BC2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A75C-81EB-4F9C-B0BC-614CE7A1AC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E11B0-FDA7-4D7A-A652-F4E04E1BC2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A75C-81EB-4F9C-B0BC-614CE7A1AC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E11B0-FDA7-4D7A-A652-F4E04E1BC2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A75C-81EB-4F9C-B0BC-614CE7A1AC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E11B0-FDA7-4D7A-A652-F4E04E1BC2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A75C-81EB-4F9C-B0BC-614CE7A1AC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E11B0-FDA7-4D7A-A652-F4E04E1BC2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9A75C-81EB-4F9C-B0BC-614CE7A1ACC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E11B0-FDA7-4D7A-A652-F4E04E1BC2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9A75C-81EB-4F9C-B0BC-614CE7A1AC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16038" y="1968750"/>
            <a:ext cx="92799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/>
              <a:t>1    2    3    4    5    6</a:t>
            </a:r>
            <a:endParaRPr lang="en-US" altLang="zh-CN" sz="8000" dirty="0"/>
          </a:p>
        </p:txBody>
      </p:sp>
      <p:sp>
        <p:nvSpPr>
          <p:cNvPr id="5" name="文本框 4"/>
          <p:cNvSpPr txBox="1"/>
          <p:nvPr/>
        </p:nvSpPr>
        <p:spPr>
          <a:xfrm>
            <a:off x="1116037" y="4019843"/>
            <a:ext cx="94910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/>
              <a:t>1    2    3    4    5    6</a:t>
            </a:r>
            <a:endParaRPr lang="en-US" altLang="zh-CN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WPS 演示</Application>
  <PresentationFormat>宽屏</PresentationFormat>
  <Paragraphs>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Luo Shane</dc:creator>
  <cp:lastModifiedBy>Shane97</cp:lastModifiedBy>
  <cp:revision>6</cp:revision>
  <dcterms:created xsi:type="dcterms:W3CDTF">2019-07-28T13:14:00Z</dcterms:created>
  <dcterms:modified xsi:type="dcterms:W3CDTF">2019-07-29T01:26:22Z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2052-11.3.0.8632</vt:lpwstr>
  </property>
</Properties>
</file>